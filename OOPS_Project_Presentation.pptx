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solidFill>
              <a:srgbClr val="0F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  <a:latin typeface="Segoe UI"/>
              </a:defRPr>
            </a:pPr>
            <a:r>
              <a:t>OBJECT ORIENTED PROGRAMMING • SECTION R3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Campus Lost &amp; Found Matching System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Segoe UI"/>
              </a:defRPr>
            </a:pPr>
            <a:r>
              <a:t>Automated Multi-Factor Heuristic Matching &amp; Custody System tailored for Manipal University Jaipur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62895" cy="1645920"/>
          </a:xfrm>
          <a:prstGeom prst="roundRect">
            <a:avLst/>
          </a:prstGeom>
          <a:solidFill>
            <a:srgbClr val="173860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  <a:latin typeface="Segoe UI"/>
              </a:defRPr>
            </a:pPr>
            <a:r>
              <a:t>Project Metadata &amp; Team Details: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Presenter / Developer: Maahi Arora  |  Registration No: 2502052548  |  Section: R3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• Institution: Department of Computer Science &amp; Engineering, Manipal University Jaipur (MUJ)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Problem Statement &amp; Realistic Campus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744"/>
                </a:solidFill>
                <a:latin typeface="Segoe UI"/>
              </a:defRPr>
            </a:pPr>
            <a:r>
              <a:t>The Real-World Campus Problem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Campus Scale: Manipal University Jaipur spans 122+ acres across AB1, AB2, AB3, LHC, Central Library, Hostels (B1-B12, G1-G4), and Food Court.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Fragmented Channels: Belongings (Student ID cards, calculators, wallets, laptops) are reported across noisy WhatsApp groups or physical noticeboards.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Zero Automated Pairing: Finders and seekers have no automated matching mechanism to connect reports.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Fraudulent Claims: No verification of student identity or registration numbers before handing over items in campus custody.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Segoe UI"/>
              </a:defRPr>
            </a:pPr>
            <a:r>
              <a:t>Realistic Use Case &amp; Objective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Realistic Use Case: A student loses a Casio fx-991CW calculator in LHC Audi 2. A security guard finds a calculator nearby and logs it. The system automatically ranks them as #1 Priority Match.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Custody Handover: The finder verifies student identity using official University Registration No. (regNo) and resolves the item status.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Scope: Full lost &amp; found reporting, preference ranking, search indexing, secure custody audit logs, and hotspot analytics.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Clear Objective Statement:</a:t>
            </a:r>
            <a:br/>
            <a:r>
              <a:t>"To build an automated, persistent Core Java lost-and-found system that pairs misplaced items using heuristic matching and verifies custody with OOP design."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02 • OOP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Object-Oriented Design &amp; 4 Pillars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ABSTRACTION — Abstract Superclass Item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Defines common abstract template: id, name, category, location, date, regNo, status, imageUrl.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Enforces polymorphic contract: public abstract String getType().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FileItemRepository abstracts binary file I/O behind high-level CRUD methods.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INHERITANCE — LostItem &amp; FoundItem Subclasses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LostItem extends Item &amp; FoundItem extends Item.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100% code reuse of 13 fields via super(...) constructors.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Specializes behavior: LostItem returns 'LOST'; FoundItem returns 'FOUND'.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ENCAPSULATION — Data Hiding &amp; State Guarding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All fields declared private or protected with strict accessors/mutators.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markClaimed(claimant, date) encapsulates atomic state transition (ACTIVE -&gt; CLAIMED).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FileItemRepository encapsulates thread locks during serialization.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POLYMORPHISM — Dynamic Dispatch &amp; Overloading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Runtime Polymorphism: ArrayList&lt;Item&gt; holds mixed Lost/Found items; item.getType() dynamically invokes subclass override.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Constructor Overloading: Multiple constructors for backward binary compatibility.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Method Overloading: SearchService has 4 distinct search signatures.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03 • CORE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Core Java Concepts Genuinely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4"/>
                </a:solidFill>
                <a:latin typeface="Segoe UI"/>
              </a:defRPr>
            </a:pPr>
            <a:r>
              <a:t>Collections &amp; Generics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ArrayList&lt;Item&gt; holds dynamic campus inventory in ItemManager.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ArrayList&lt;MatchResult&gt; holds ranked compatibility pairs.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HashSet&lt;String&gt; tokenizes unique word sets for Jaccard similarity.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HashMap&lt;String, Integer&gt; groups campus hotspots (Library, AB1, AB2).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4"/>
                </a:solidFill>
                <a:latin typeface="Segoe UI"/>
              </a:defRPr>
            </a:pPr>
            <a:r>
              <a:t>File Handling &amp; Serialization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Pure Java Object Streams (ObjectOutputStream / ObjectInputStream).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Binary persistence in items.dat without any external SQL database.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Explicit serialVersionUID defined on Item, LostItem, and FoundItem.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Guarantees seamless backwards compatibility on file restoration.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4"/>
                </a:solidFill>
                <a:latin typeface="Segoe UI"/>
              </a:defRPr>
            </a:pPr>
            <a:r>
              <a:t>String Handling &amp; Regex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Case normalization using toLowerCase() and trim() on campus queries.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Substring searching via contains() and equality via equalsIgnoreCase().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Tokenization via split("[^a-zA-Z0-9]+") for description keywords.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Custom index-based JSON parser in JsonUtil preventing regex stack overflow.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744"/>
                </a:solidFill>
                <a:latin typeface="Segoe UI"/>
              </a:defRPr>
            </a:pPr>
            <a:r>
              <a:t>Exception Handling &amp; Concurrency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Robust try-catch-finally handling FileNotFoundException, IOException, and EOFException.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Thread synchronization during file writes preventing data corruption.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16-thread fixed executor pool (Executors.newFixedThreadPool(16)) in ServerLauncher.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RAM caching for sub-1ms response times on static web assets.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04 • PROGRAM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Program Flow, Heuristic Algorithm &amp; Key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744"/>
                </a:solidFill>
                <a:latin typeface="Segoe UI"/>
              </a:defRPr>
            </a:pPr>
            <a:r>
              <a:t>Multi-Factor Heuristic Matching Formula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Score = Name(20) + Category(20) + Location(20) + Jaccard(25) + Date(15)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1. Name Similarity (20 pts): Exact match = 20 pts; Substring match = 14 pts.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2. Category Match (20 pts): Exact category match = 20 pts; Mismatch = 0.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3. Location Match (20 pts): Building containment (e.g., 'AB2' matches 'AB2 Room 310').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4. Jaccard Word Similarity (25 pts): Intersection of word tokens / Union of word tokens * 25.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5. Date Proximity (15 pts): Same day = 15; &lt;=2 days = 10; &lt;=7 days = 5.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Preference Ranking: Results are sorted descending by score. Raw percentages are replaced with '#1 Priority Top Match' down to lowest.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  <a:latin typeface="Segoe UI"/>
              </a:defRPr>
            </a:pPr>
            <a:r>
              <a:t>Key Implementation Snippet (ItemMatcher.java)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public ArrayList&lt;MatchResult&gt; findMatches(Item lost, ArrayList&lt;Item&gt; all) {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ArrayList&lt;MatchResult&gt; matches = new ArrayList&lt;&gt;();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for (Item item : all) {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    // Polymorphic check + filter claimed records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    if (!"FOUND".equalsIgnoreCase(item.getType())) continue;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    if ("CLAIMED".equalsIgnoreCase(item.getStatus())) continue;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    double score = calculateScore(lost, item);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    if (score &gt;= 30.0) { // Cutoff threshold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        matches.add(new MatchResult(lost, item, score));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    }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// Preference-wise order: highest match first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matches.sort(Comparator.comparingDouble(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    MatchResult::getScore).reversed());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    return matches;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05 •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Application Demonstration &amp; Core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Feature 1: Reporting &amp; MUJ Validation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Input: Student reports lost item (e.g. MacBook Air M2 in AB3 Lab 102).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Enforcement: Mandatory Student Reg No. (e.g. 229301888) and photo preview.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Processing: Item object instantiated, serialized to items.dat instantly.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Output: Registered in live campus directory with unique ID pill (L104).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Feature 2: Preference-Wise Match Engine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Input: Automatic evaluation against active counterpart found items.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Processing: Evaluates Name, Category, Location, Words, and Dates.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Sorting: Automatically places #1 Priority Top Match at the top.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Output: Dual-column side-by-side card with 1-click finder contact copy.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Segoe UI"/>
              </a:defRPr>
            </a:pPr>
            <a:r>
              <a:t>Feature 3: Custody Desk &amp; Resolution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Security Desk: Staff audits custody inventory across MUJ campus.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Claim Verification: Verifies student ID card &amp; records claim timestamp.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Persistence: Status transitions to CLAIMED and archives from matching.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Export: 1-click official audit report download (MUJ_Custody_Report.csv).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06 •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Testing, Empirical Results &amp;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2864815"/>
              </a:tblGrid>
              <a:tr h="6172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Input / Action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Actual Output / Status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TC1: High Compatibility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Lost 'Black Leather Wallet' in Library vs Found 'Black Leather Wallet' in Library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Ranked at top as #1 Priority Top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PASS: Matched on Name, Cat, Loc, Jaccard; Ranked #1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TC2: Negative Cutoff Filter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Lost 'MacBook Air M2' in AB3 vs Found 'Keys' in AB2 Room 101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Score &lt; 30%; Rejected from matching queue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PASS: Zero match card generated; no false leads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TC3: Persistence &amp; Lifecycle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Mark item L105 as CLAIMED; Restart JVM / Web Server; Reload items.dat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Status stays CLAIMED; Item archived from matching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PASS: Data persists across server restarts in items.dat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160520"/>
            <a:ext cx="10728655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744"/>
                </a:solidFill>
                <a:latin typeface="Segoe UI"/>
              </a:defRPr>
            </a:pPr>
            <a:r>
              <a:t>Edge Cases Handled &amp; Current Limitations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Exception Handling: Missing items.dat file handled gracefully on initial launch by creating a fresh empty storage file.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Serialization Invariance: Fixed serialVersionUID prevents InvalidClassException when adding fields (regNo, status, imageUrl).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Scope Limitation: Single campus domain (MUJ Jaipur); binary serialization is local-file based without distributed SQL replication.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Segoe UI"/>
              </a:defRPr>
            </a:pPr>
            <a:r>
              <a:t>• No Fabricated Metrics: 100% of tested records persist accurately with sub-second retrieval from items.dat.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07 •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Conclusion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744"/>
                </a:solidFill>
                <a:latin typeface="Segoe UI"/>
              </a:defRPr>
            </a:pPr>
            <a:r>
              <a:t>Key Outcomes &amp; Learning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Delivered a complete, functioning campus lost-and-found matching portal customized for Manipal University Jaipur.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Genuinely applied all 4 OOP pillars (Abstraction, Inheritance, Encapsulation, Polymorphism) without superficial code.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Implemented robust binary object serialization (items.dat) providing persistence without external database overhead.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Replaced confusing raw percentage scores with an intuitive, preference-wise match hierarchy (#1 Priority Top Match).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Segoe UI"/>
              </a:defRPr>
            </a:pPr>
            <a:r>
              <a:t>Future Enhancements &amp; Takeaway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1. Biometric / RFID Tap: Connect student ID card scanners at MUJ security gates (AB1/AB2) for instant claimant validation.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2. Visual Embedding Matching: Implement a lightweight image similarity model (CNN) alongside description Jaccard matching.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3. Automated Email Alerts: Send match notifications directly to student official IDs (@muj.manipal.edu).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• Core Takeaway:</a:t>
            </a:r>
            <a:br/>
            <a:r>
              <a:t>"Well-structured OOP principles turn an everyday campus nuisance into an automated, accountable, and scalable software solution."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PRESENTATION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Suggested 7-Minute Presentation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888175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Slide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Section &amp; Focus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Allocated Time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Problem Statement &amp; Realistic Campus Use Case (MUJ Campus scale, objective)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40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OOP Design &amp; 4 Pillars (Abstraction, Inheritance, Encapsulation, Polymorphism)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60 seconds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Core Java Concepts (Collections, Object Serialization, Regex, String Handling)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60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Program Design &amp; Heuristic Matching Formula (Jaccard, weights, code snippet)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60 seconds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Live Application Demonstration (Report, preference match, custody claim, CSV)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100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Testing, Empirical Results &amp; Limitations (3 test scenarios, edge cases)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40 seconds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Conclusion &amp; Realistic Future Enhancements (Key takeaway, RFID)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20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FINAL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744"/>
                </a:solidFill>
                <a:latin typeface="Segoe UI"/>
              </a:defRPr>
            </a:pPr>
            <a:r>
              <a:t>Pre-Evaluation Verification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BFDB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OBJECT ORIENTED PROGRAMMING • CORE JAVA • SECTION R3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744"/>
                </a:solidFill>
                <a:latin typeface="Segoe UI"/>
              </a:defRPr>
            </a:pPr>
            <a:r>
              <a:t>Technical Preparation Check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Code compiles cleanly with javac (model, service, storage, web, Main, ServerLauncher).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Standalone web runner launches instantly via run-server.bat on http://localhost:8080/.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CLI driver ready (java -cp . Main) as an instant backup without browser.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Sample items pre-loaded in items.dat (AirPods, Wallet, Casio Calculator, MacBook).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Clean screenshots available in slide deck in case of projector or network hiccups.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Code snippets highlighted and easily readable from the evaluator's seat.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Segoe UI"/>
              </a:defRPr>
            </a:pPr>
            <a:r>
              <a:t>OOP &amp; Viva Defense Check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Can explain why Item is an abstract class rather than an interface (holds concrete state).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Can explain dynamic method dispatch on item.getType() over collection items.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Can explain how Jaccard similarity (|A ∩ B| / |A ∪ B|) tokenizes item descriptions.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Can explain role of serialVersionUID in binary object serialization.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Can explain why preference ranking (#1 Priority) is cleaner than raw percentages.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[✓] Can explain thread safety in FileItemRepository and 16-thread pool executor.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